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alinikyanam/Documents/Training/MasteringAgenticAI/SlackProject/.demo_deck_build/assets/team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126480" cy="6858000"/>
          </a:xfrm>
          <a:prstGeom prst="rect">
            <a:avLst/>
          </a:prstGeom>
          <a:solidFill>
            <a:srgbClr val="2B183A">
              <a:alpha val="96000"/>
            </a:srgbClr>
          </a:solidFill>
          <a:ln w="12700">
            <a:solidFill>
              <a:srgbClr val="2B183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0241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DAB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ZAROORI BAAT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5800" y="141732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team of 6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building Slack intelligence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85800" y="53766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1E8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Zaroori Baat  |  Slack message intelligence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85800" y="5806440"/>
            <a:ext cx="2011680" cy="420624"/>
          </a:xfrm>
          <a:prstGeom prst="roundRect">
            <a:avLst>
              <a:gd name="adj" fmla="val 17391"/>
            </a:avLst>
          </a:prstGeom>
          <a:solidFill>
            <a:srgbClr val="D52C69"/>
          </a:solidFill>
          <a:ln w="12700">
            <a:solidFill>
              <a:srgbClr val="D52C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58064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6A3B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OUTCOME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81E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workspace for Slack signals that need a human decision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747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9CE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73152" cy="3246120"/>
          </a:xfrm>
          <a:prstGeom prst="rect">
            <a:avLst/>
          </a:prstGeom>
          <a:solidFill>
            <a:srgbClr val="407EC9"/>
          </a:solidFill>
          <a:ln w="12700">
            <a:solidFill>
              <a:srgbClr val="407E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488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1E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Capture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Slack events and bounded history sync enter the same protected workflow.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70832" y="1828800"/>
            <a:ext cx="34747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9CE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70832" y="1828800"/>
            <a:ext cx="73152" cy="3246120"/>
          </a:xfrm>
          <a:prstGeom prst="rect">
            <a:avLst/>
          </a:prstGeom>
          <a:solidFill>
            <a:srgbClr val="F4B740"/>
          </a:solidFill>
          <a:ln w="12700">
            <a:solidFill>
              <a:srgbClr val="F4B7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1488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1E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Understand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269748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 classifies priority, retrieves context, extracts actions, and records decisions.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10144" y="1828800"/>
            <a:ext cx="34747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9CED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10144" y="1828800"/>
            <a:ext cx="73152" cy="3246120"/>
          </a:xfrm>
          <a:prstGeom prst="rect">
            <a:avLst/>
          </a:prstGeom>
          <a:solidFill>
            <a:srgbClr val="D52C69"/>
          </a:solidFill>
          <a:ln w="12700">
            <a:solidFill>
              <a:srgbClr val="D52C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4464" y="21488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1E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Review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84464" y="269748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review the result. The app does not send a Slack reply or approve work automatically.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551383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3B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demo focuses on speed, grounded context, and safety — every message receives a visible classification and reason.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6446520"/>
            <a:ext cx="10908792" cy="0"/>
          </a:xfrm>
          <a:prstGeom prst="line">
            <a:avLst/>
          </a:prstGeom>
          <a:noFill/>
          <a:ln w="10160">
            <a:solidFill>
              <a:srgbClr val="D9CE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510528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story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9784080" y="6510528"/>
            <a:ext cx="1764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ZAROORI BAAT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alinikyanam/Documents/Training/MasteringAgenticAI/SlackProject/zaroori-baat-slack-architecture-illustrated-embedde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109728" y="109728"/>
            <a:ext cx="11969496" cy="66202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C9AA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DECISION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Slack delivery fast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965960" y="3108960"/>
            <a:ext cx="8138160" cy="0"/>
          </a:xfrm>
          <a:prstGeom prst="line">
            <a:avLst/>
          </a:prstGeom>
          <a:noFill/>
          <a:ln w="31750">
            <a:solidFill>
              <a:srgbClr val="BFA2CD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31520" y="2423160"/>
            <a:ext cx="1097280" cy="1097280"/>
          </a:xfrm>
          <a:prstGeom prst="ellipse">
            <a:avLst/>
          </a:prstGeom>
          <a:solidFill>
            <a:srgbClr val="407EC9"/>
          </a:solidFill>
          <a:ln w="12700">
            <a:solidFill>
              <a:srgbClr val="407E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231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" y="3767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Slack event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" y="42519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Acknowledged immediately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26280" y="2423160"/>
            <a:ext cx="1097280" cy="1097280"/>
          </a:xfrm>
          <a:prstGeom prst="ellipse">
            <a:avLst/>
          </a:prstGeom>
          <a:solidFill>
            <a:srgbClr val="F4B740"/>
          </a:solidFill>
          <a:ln w="12700">
            <a:solidFill>
              <a:srgbClr val="F4B7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4231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206240" y="3767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Inbox row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23360" y="42519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Visible while queued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21040" y="2423160"/>
            <a:ext cx="1097280" cy="1097280"/>
          </a:xfrm>
          <a:prstGeom prst="ellipse">
            <a:avLst/>
          </a:prstGeom>
          <a:solidFill>
            <a:srgbClr val="D52C69"/>
          </a:solidFill>
          <a:ln w="12700">
            <a:solidFill>
              <a:srgbClr val="D52C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4231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001000" y="3767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workflow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818120" y="42519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Enriches without blocking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43000" y="5504688"/>
            <a:ext cx="9921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D9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Default: SLACK_FAST_PATH=true. A second Slack sync does not start while one is already running.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6446520"/>
            <a:ext cx="10908792" cy="0"/>
          </a:xfrm>
          <a:prstGeom prst="line">
            <a:avLst/>
          </a:prstGeom>
          <a:noFill/>
          <a:ln w="10160">
            <a:solidFill>
              <a:srgbClr val="604B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510528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D9CD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decision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784080" y="6510528"/>
            <a:ext cx="1764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D9CD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ZAROORI BAAT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alinikyanam/Documents/Training/MasteringAgenticAI/SlackProject/.demo_deck_build/assets/local-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6A3B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DECISION 2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81E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Hybrid RAG, stored locally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822960" y="1874520"/>
            <a:ext cx="182880" cy="182880"/>
          </a:xfrm>
          <a:prstGeom prst="ellipse">
            <a:avLst/>
          </a:prstGeom>
          <a:solidFill>
            <a:srgbClr val="6A3B84"/>
          </a:solidFill>
          <a:ln w="12700">
            <a:solidFill>
              <a:srgbClr val="6A3B8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70432" y="1764792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281E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stores message embeddings locally.</a:t>
            </a:r>
            <a:endParaRPr lang="en-US" sz="1240" dirty="0"/>
          </a:p>
        </p:txBody>
      </p:sp>
      <p:sp>
        <p:nvSpPr>
          <p:cNvPr id="7" name="Shape 4"/>
          <p:cNvSpPr/>
          <p:nvPr/>
        </p:nvSpPr>
        <p:spPr>
          <a:xfrm>
            <a:off x="822960" y="2587752"/>
            <a:ext cx="182880" cy="182880"/>
          </a:xfrm>
          <a:prstGeom prst="ellipse">
            <a:avLst/>
          </a:prstGeom>
          <a:solidFill>
            <a:srgbClr val="6A3B84"/>
          </a:solidFill>
          <a:ln w="12700">
            <a:solidFill>
              <a:srgbClr val="6A3B8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70432" y="2478024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281E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Cosine similarity augments keyword and thread matching.</a:t>
            </a:r>
            <a:endParaRPr lang="en-US" sz="1240" dirty="0"/>
          </a:p>
        </p:txBody>
      </p:sp>
      <p:sp>
        <p:nvSpPr>
          <p:cNvPr id="9" name="Shape 6"/>
          <p:cNvSpPr/>
          <p:nvPr/>
        </p:nvSpPr>
        <p:spPr>
          <a:xfrm>
            <a:off x="822960" y="3300984"/>
            <a:ext cx="182880" cy="182880"/>
          </a:xfrm>
          <a:prstGeom prst="ellipse">
            <a:avLst/>
          </a:prstGeom>
          <a:solidFill>
            <a:srgbClr val="6A3B84"/>
          </a:solidFill>
          <a:ln w="12700">
            <a:solidFill>
              <a:srgbClr val="6A3B8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70432" y="31912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281E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Refresh analysis uses RAG by default.</a:t>
            </a:r>
            <a:endParaRPr lang="en-US" sz="1240" dirty="0"/>
          </a:p>
        </p:txBody>
      </p:sp>
      <p:sp>
        <p:nvSpPr>
          <p:cNvPr id="11" name="Shape 8"/>
          <p:cNvSpPr/>
          <p:nvPr/>
        </p:nvSpPr>
        <p:spPr>
          <a:xfrm>
            <a:off x="822960" y="4014216"/>
            <a:ext cx="182880" cy="182880"/>
          </a:xfrm>
          <a:prstGeom prst="ellipse">
            <a:avLst/>
          </a:prstGeom>
          <a:solidFill>
            <a:srgbClr val="6A3B84"/>
          </a:solidFill>
          <a:ln w="12700">
            <a:solidFill>
              <a:srgbClr val="6A3B8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70432" y="390448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281E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stays off the live fast path unless explicitly enabled.</a:t>
            </a:r>
            <a:endParaRPr lang="en-US" sz="1240" dirty="0"/>
          </a:p>
        </p:txBody>
      </p:sp>
      <p:sp>
        <p:nvSpPr>
          <p:cNvPr id="13" name="Shape 10"/>
          <p:cNvSpPr/>
          <p:nvPr/>
        </p:nvSpPr>
        <p:spPr>
          <a:xfrm>
            <a:off x="731520" y="4983480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DDF2E8"/>
          </a:solidFill>
          <a:ln w="12700">
            <a:solidFill>
              <a:srgbClr val="BDE2C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510235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971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Pinecone for this demo: the local index suits the current Slack history and keeps data local.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0080" y="6446520"/>
            <a:ext cx="10908792" cy="0"/>
          </a:xfrm>
          <a:prstGeom prst="line">
            <a:avLst/>
          </a:prstGeom>
          <a:noFill/>
          <a:ln w="10160">
            <a:solidFill>
              <a:srgbClr val="D9CED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6510528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decision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9784080" y="6510528"/>
            <a:ext cx="1764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ZAROORI BAAT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6A3B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DECISION 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81E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Grounded evaluation and human control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246120" cy="2926080"/>
          </a:xfrm>
          <a:prstGeom prst="roundRect">
            <a:avLst>
              <a:gd name="adj" fmla="val 2500"/>
            </a:avLst>
          </a:prstGeom>
          <a:solidFill>
            <a:srgbClr val="FCFAFD"/>
          </a:solidFill>
          <a:ln w="12700">
            <a:solidFill>
              <a:srgbClr val="D9CE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30552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3B8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43000" y="30906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dataset examples with structured inputs, expected outputs, and case-aware metrics.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36008" y="1828800"/>
            <a:ext cx="3246120" cy="2926080"/>
          </a:xfrm>
          <a:prstGeom prst="roundRect">
            <a:avLst>
              <a:gd name="adj" fmla="val 2500"/>
            </a:avLst>
          </a:prstGeom>
          <a:solidFill>
            <a:srgbClr val="FCFAFD"/>
          </a:solidFill>
          <a:ln w="12700">
            <a:solidFill>
              <a:srgbClr val="D9CE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4608" y="2130552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B7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956048" y="30906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Smoke cases: context retrieval, conflicting priorities, and prompt-injection resistance.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449056" y="1828800"/>
            <a:ext cx="3246120" cy="2926080"/>
          </a:xfrm>
          <a:prstGeom prst="roundRect">
            <a:avLst>
              <a:gd name="adj" fmla="val 2500"/>
            </a:avLst>
          </a:prstGeom>
          <a:solidFill>
            <a:srgbClr val="FCFAFD"/>
          </a:solidFill>
          <a:ln w="12700">
            <a:solidFill>
              <a:srgbClr val="D9CE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77656" y="2130552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52C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769096" y="30906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 tests cover API behavior, orchestration, RAG retrieval, and classification regressions.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5303520"/>
            <a:ext cx="10149840" cy="603504"/>
          </a:xfrm>
          <a:prstGeom prst="roundRect">
            <a:avLst>
              <a:gd name="adj" fmla="val 7576"/>
            </a:avLst>
          </a:prstGeom>
          <a:solidFill>
            <a:srgbClr val="EDE0F4"/>
          </a:solidFill>
          <a:ln w="12700">
            <a:solidFill>
              <a:srgbClr val="EDE0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542239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A3B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routing requires human review for incidents, escalations, approvals, decisions, and high-priority messages. Autonomous action remains NONE.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0080" y="6446520"/>
            <a:ext cx="10908792" cy="0"/>
          </a:xfrm>
          <a:prstGeom prst="line">
            <a:avLst/>
          </a:prstGeom>
          <a:noFill/>
          <a:ln w="10160">
            <a:solidFill>
              <a:srgbClr val="D9CE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6510528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and safety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9784080" y="6510528"/>
            <a:ext cx="1764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E64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ZAROORI BAAT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Zaroori Baat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Zaroori Baat — Demo overview</dc:title>
  <dc:subject>Zaroori Baat demo</dc:subject>
  <dc:creator>Shalini Kyanam</dc:creator>
  <cp:lastModifiedBy>Shalini Kyanam</cp:lastModifiedBy>
  <cp:revision>1</cp:revision>
  <dcterms:created xsi:type="dcterms:W3CDTF">2026-09-12T15:57:23Z</dcterms:created>
  <dcterms:modified xsi:type="dcterms:W3CDTF">2026-09-12T15:57:23Z</dcterms:modified>
</cp:coreProperties>
</file>